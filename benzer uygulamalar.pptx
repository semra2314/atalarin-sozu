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1" r:id="rId2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718986-3BC6-6773-BCA8-40B302622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975CAB01-C2AA-6B02-6BB2-D4A5C6C58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64563A1-FAE9-9DC8-B8BF-1BED26DD0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3C26-C832-4209-A8E4-156F8F5438F5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7FDD7CB-B55E-35EC-4963-73E75C9C3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01EB6D4-0EC1-57A2-5686-5C1BB2061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BC990-252C-4863-BFF8-D061810FE7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9949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BF4A0F4-C57E-68FE-75DD-6FA0204F9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6AF6940-4696-B63A-8FD8-FA7D1191F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1115CFD-8B5E-9E61-07AB-14F661C25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3C26-C832-4209-A8E4-156F8F5438F5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CA6203A-1035-674A-4751-B645544FD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7E4D891-C3F6-A65F-6C78-E36F6222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BC990-252C-4863-BFF8-D061810FE7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73535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4D1553B-4506-5925-62EC-0DDFB88A7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F86B608-EA28-3F7F-E594-4CF6D0794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A244E63-874F-49BC-DC8C-1D07AB7F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3C26-C832-4209-A8E4-156F8F5438F5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46F28AA-C5E5-AD27-4D52-403A96C60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A40FB8F-E006-8FB7-CDE4-49BFDFE06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BC990-252C-4863-BFF8-D061810FE7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6852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0169212-9598-C974-AAFB-2D9AB08EF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F52F243-A3B4-182E-910D-FCA11E2C7D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647E6B1-1834-AA5E-77D1-B4FDE5BF2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FB99626-415B-A0BB-72F5-72266EA31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3C26-C832-4209-A8E4-156F8F5438F5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BE3020B-38E5-CD0E-C305-BCCF3DFA9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4B34779-3AF9-4199-AA74-696EDAD9E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BC990-252C-4863-BFF8-D061810FE7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50652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869C273-5BD1-C1C9-2D87-10F90E61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AA3DA52-34C1-626C-4201-4A8DF4768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0F0DA88-4904-2C58-D376-79D21FCA5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6647C59E-4B96-5E69-A33C-02FA8F87D4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2CEB750-9B29-213B-B9E9-2E14FE5A49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97AE00BE-622F-A319-F13E-046FFEA8D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3C26-C832-4209-A8E4-156F8F5438F5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BF2CF75B-90E5-BEF0-3CA3-34392CA0C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7BDA358-DB27-4E6D-FBFA-03A71A02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BC990-252C-4863-BFF8-D061810FE7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4316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5E7BE4-C7CA-81D9-7F75-9C60B57CE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85B2C7A2-BB63-92BE-2CF6-B4D8A3CC9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3C26-C832-4209-A8E4-156F8F5438F5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98653D69-674D-5DBB-2AA6-92DDC76F9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CD2D7EEC-6BFB-6E93-ADB0-D995F554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BC990-252C-4863-BFF8-D061810FE7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4256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D89F002D-9F3E-B233-661B-886151A23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3C26-C832-4209-A8E4-156F8F5438F5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D39FF030-50C1-B5F8-0D11-EC652898E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E274883-B3AA-A128-E954-7BFF6101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BC990-252C-4863-BFF8-D061810FE7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338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93DBB63-D800-A962-ED86-C0A0834FB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2302365-C0E7-2B61-37FD-EE1669A24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86FD421-4460-01C2-B885-3DA834D30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930D51D-574F-FC8C-BC66-36ED09366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3C26-C832-4209-A8E4-156F8F5438F5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76FF6ED-A758-796A-A181-53483675B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C9BDFFD-6127-B6D9-D584-B81B62267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BC990-252C-4863-BFF8-D061810FE7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6577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9B5FCA7-0066-EDE6-04F5-B8B6B183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60CF3F19-BD56-8AF5-C8C7-7828886CA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D6BBD2D-9B19-A995-E615-B0DEF8B91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6432EA1-DF18-8269-F45B-3ECB56AAA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3C26-C832-4209-A8E4-156F8F5438F5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A54ED0C-5D1E-1452-87BD-EA3C2C34D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2C49999-82DD-A2BB-72B2-01A38737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BC990-252C-4863-BFF8-D061810FE7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8267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4564A4-E9A1-0CEC-BFD6-4F3FC20FC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AF0202D-A1F7-97A5-8A05-C5B74696E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44AB046-6A12-A936-79D3-4C70B61DA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3C26-C832-4209-A8E4-156F8F5438F5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CD29559-3A60-10E2-CBFF-AE9890416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5C89D23-28DB-E51D-7CD1-DB885A1D6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BC990-252C-4863-BFF8-D061810FE7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86799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CEB92033-B7C6-62F5-DFCB-37A5F9E807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1513A6E-D20D-936A-68BF-665F37867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58CC267-416A-0802-8661-0FA4073A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23C26-C832-4209-A8E4-156F8F5438F5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FFD6BB3-7D43-AD0B-73F4-620F3B406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1826711-1C67-418F-FAA6-2AAF9AA66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BC990-252C-4863-BFF8-D061810FE7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663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A090C558-5A5B-B140-90F4-1B001BD6F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37D79B3-3757-DBE0-78CA-D39CE3F75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66BBA54-2EE5-652A-7013-9D19CC9C5F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A23C26-C832-4209-A8E4-156F8F5438F5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BC3C912-B528-7BF1-4F04-6B6953E52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BBDDF5B-9B8B-AF8C-7755-B05B3B180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ABC990-252C-4863-BFF8-D061810FE7D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6171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lay.google.com/store/apps/details?id=com.dorular.atasozlerisozlug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play.google.com/store/apps/details?id=com.dorular.deyimlersozlugu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lay.google.com/store/apps/details?id=com.t.proverbsgam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lay.google.com/store/apps/details?id=com.motivexintelligence.mobile.dictionary.deyimler_sozlugu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play.google.com/store/apps/details?id=com.kabu.deyimler_sozlugu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2C9595-A528-4D36-B530-5D60697FE4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Selam </a:t>
            </a:r>
            <a:r>
              <a:rPr lang="tr-TR" dirty="0" err="1"/>
              <a:t>gencolarr</a:t>
            </a:r>
            <a:r>
              <a:rPr lang="tr-TR" dirty="0"/>
              <a:t> </a:t>
            </a:r>
            <a:r>
              <a:rPr lang="tr-TR" dirty="0" err="1"/>
              <a:t>burda</a:t>
            </a:r>
            <a:r>
              <a:rPr lang="tr-TR" dirty="0"/>
              <a:t> benzer uygulamalar var </a:t>
            </a:r>
            <a:br>
              <a:rPr lang="tr-TR" dirty="0"/>
            </a:br>
            <a:r>
              <a:rPr lang="tr-TR" dirty="0"/>
              <a:t>(linkler ve </a:t>
            </a:r>
            <a:r>
              <a:rPr lang="tr-TR" dirty="0" err="1"/>
              <a:t>ssler</a:t>
            </a:r>
            <a:r>
              <a:rPr lang="tr-TR" dirty="0"/>
              <a:t>) 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54993C0-A9A4-571A-E60E-EC8A785C69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68616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6EB7351-77E7-3BF6-6E8A-AE620C00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400" dirty="0">
                <a:hlinkClick r:id="rId2"/>
              </a:rPr>
              <a:t>https://play.google.com/store/apps/details?id=com.dorular.atasozlerisozlugu</a:t>
            </a:r>
            <a:endParaRPr lang="tr-TR" sz="2400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D9EA1157-4912-340F-3757-D248C14120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31391"/>
            <a:ext cx="10515600" cy="393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63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E6293D-5A9D-364B-A7C1-2626CE8C8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400" dirty="0">
                <a:hlinkClick r:id="rId2"/>
              </a:rPr>
              <a:t>https://play.google.com/store/apps/details?id=com.dorular.deyimlersozlugu</a:t>
            </a:r>
            <a:endParaRPr lang="tr-TR" sz="2400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2D573CB4-C990-BF03-6696-FE7DAD7C22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73669"/>
            <a:ext cx="10515600" cy="385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996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387061-45F6-53B6-64B1-96B1D14AF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hlinkClick r:id="rId2"/>
              </a:rPr>
              <a:t>https://play.google.com/store/apps/details?id=com.t.proverbsgame</a:t>
            </a:r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F4FB7469-C868-D0B7-4F49-B374DA947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5664" y="1825625"/>
            <a:ext cx="99006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651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1D49738-ECA5-54DB-4F16-AEB05C6AB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>
                <a:hlinkClick r:id="rId2"/>
              </a:rPr>
              <a:t>https://play.google.com/store/apps/details?id=com.motivexintelligence.mobile.dictionary.deyimler_sozlugu</a:t>
            </a:r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C546A2BF-57D6-7008-F808-8CEC8F4479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18026"/>
            <a:ext cx="10515600" cy="396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07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B0A1F15-07E7-8B59-ECA1-E1D8FAF6C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357ECC44-649D-C163-9ACC-C82B5752BD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92319"/>
            <a:ext cx="10515600" cy="381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47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BC38BA3-F25A-6398-D852-E56B9E57D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FE04C7E6-66E7-3C26-9EDA-2F7297E18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02969"/>
            <a:ext cx="10515600" cy="399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147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86771BF-C8E9-2E2E-ADD4-E63CDF82B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E7E986C-3C19-2DB6-95C6-AE484EF4E2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80243"/>
            <a:ext cx="10515600" cy="384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17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40E000B-1CFC-2F0F-056C-C068BBD91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5293A438-3B7B-7872-5AE2-B477795B1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95208"/>
            <a:ext cx="10515600" cy="381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964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DC0761C-F6C9-12EA-CCE0-0A39826EC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264" y="2766218"/>
            <a:ext cx="8643259" cy="1325563"/>
          </a:xfrm>
        </p:spPr>
        <p:txBody>
          <a:bodyPr/>
          <a:lstStyle/>
          <a:p>
            <a:endParaRPr lang="tr-TR" dirty="0"/>
          </a:p>
        </p:txBody>
      </p:sp>
      <p:pic>
        <p:nvPicPr>
          <p:cNvPr id="8" name="İçerik Yer Tutucusu 4">
            <a:extLst>
              <a:ext uri="{FF2B5EF4-FFF2-40B4-BE49-F238E27FC236}">
                <a16:creationId xmlns:a16="http://schemas.microsoft.com/office/drawing/2014/main" id="{8BFC5AC0-EA96-6681-10DC-A08E609DC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0922"/>
            <a:ext cx="2096930" cy="4351338"/>
          </a:xfrm>
          <a:prstGeom prst="rect">
            <a:avLst/>
          </a:prstGeom>
        </p:spPr>
      </p:pic>
      <p:sp>
        <p:nvSpPr>
          <p:cNvPr id="9" name="Başlık 1">
            <a:extLst>
              <a:ext uri="{FF2B5EF4-FFF2-40B4-BE49-F238E27FC236}">
                <a16:creationId xmlns:a16="http://schemas.microsoft.com/office/drawing/2014/main" id="{8FDDBE69-A30F-4E0A-9C0B-11A2C421852F}"/>
              </a:ext>
            </a:extLst>
          </p:cNvPr>
          <p:cNvSpPr txBox="1">
            <a:spLocks/>
          </p:cNvSpPr>
          <p:nvPr/>
        </p:nvSpPr>
        <p:spPr>
          <a:xfrm>
            <a:off x="3339314" y="365124"/>
            <a:ext cx="76546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/>
              <a:t>Bu uygulama 2026 da yapılmış </a:t>
            </a:r>
            <a:r>
              <a:rPr lang="tr-TR" dirty="0" err="1"/>
              <a:t>ai</a:t>
            </a:r>
            <a:r>
              <a:rPr lang="tr-TR" dirty="0"/>
              <a:t> </a:t>
            </a:r>
          </a:p>
          <a:p>
            <a:r>
              <a:rPr lang="tr-TR" dirty="0"/>
              <a:t>kullanıldığı çok belli</a:t>
            </a:r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A8496577-1CD6-447E-0D8B-A87DFC927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893" y="1720679"/>
            <a:ext cx="2300092" cy="4984750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E725AF0E-511E-24C4-3F18-A808157A5B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392" y="1406012"/>
            <a:ext cx="2212722" cy="4795403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84F5CDF1-8332-73AD-27E1-E4657DEC7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062" y="1821528"/>
            <a:ext cx="2323958" cy="5036472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C226C640-5B18-86C3-C12E-5C2448EA48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040" y="1599945"/>
            <a:ext cx="2377411" cy="515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025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61254F4-F008-EF3D-3741-F9D489E4B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hlinkClick r:id="rId2"/>
              </a:rPr>
              <a:t>https://play.google.com/store/apps/details?id=com.kabu.deyimler_sozlugu</a:t>
            </a:r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6656039-D58F-38DB-70AB-855C49A2A6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9459" y="1904787"/>
            <a:ext cx="9691465" cy="354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68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30DE7A-CEE6-75E3-03B2-E33BFCAB3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80EECD49-8CA9-C5F4-BAE0-BD725C506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406" y="940035"/>
            <a:ext cx="2615746" cy="566883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5EEF12C5-0F50-D9D9-6BD8-31EC174C2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8108" y="1019665"/>
            <a:ext cx="2525480" cy="5473210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7EF6F3D5-4FFB-0D5D-9E75-0A17F91414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82" y="560100"/>
            <a:ext cx="2615746" cy="5668834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23D0C87F-D803-4794-86CD-DC86DCD6FA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408" y="365125"/>
            <a:ext cx="2476965" cy="536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724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2E3C3F-0178-4B68-FAB8-3C3FFCEA2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FCAEAD70-C28E-D740-27E2-B6419A5CC4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87" y="299762"/>
            <a:ext cx="2390257" cy="5180156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DA4ACA11-5C6D-F84A-5F2C-72DD915B8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457" y="675328"/>
            <a:ext cx="2390258" cy="5180156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789BA09A-F499-3569-19F3-3D518B489B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4128" y="299762"/>
            <a:ext cx="2597989" cy="5630350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CBB03F3F-6BDE-F778-1219-2EAD0DF2F3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3517" y="478306"/>
            <a:ext cx="2721707" cy="589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28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BAC4231-4E62-DD3B-2BE8-5A4BDAF78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1E0C73E-DF37-A229-14C8-64BC558F7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 err="1"/>
              <a:t>Widgetsmith</a:t>
            </a:r>
            <a:r>
              <a:rPr lang="tr-TR" dirty="0"/>
              <a:t>: hava durumu, saat, adım sayar veya kendi yazdıkları metinleri (</a:t>
            </a:r>
            <a:r>
              <a:rPr lang="tr-TR" dirty="0" err="1"/>
              <a:t>quotes</a:t>
            </a:r>
            <a:r>
              <a:rPr lang="tr-TR" dirty="0"/>
              <a:t>/alıntılar) ekrana ekleyebiliyor. Font, renk, arka plan tamamen değiştirilebiliyor.</a:t>
            </a:r>
          </a:p>
          <a:p>
            <a:endParaRPr lang="tr-TR" dirty="0"/>
          </a:p>
          <a:p>
            <a:r>
              <a:rPr lang="tr-TR" dirty="0" err="1"/>
              <a:t>Color</a:t>
            </a:r>
            <a:r>
              <a:rPr lang="tr-TR" dirty="0"/>
              <a:t> </a:t>
            </a:r>
            <a:r>
              <a:rPr lang="tr-TR" dirty="0" err="1"/>
              <a:t>Widgets</a:t>
            </a:r>
            <a:r>
              <a:rPr lang="tr-TR" dirty="0"/>
              <a:t>: tema gibi. . </a:t>
            </a:r>
            <a:r>
              <a:rPr lang="tr-TR" dirty="0" err="1"/>
              <a:t>Widget'ların</a:t>
            </a:r>
            <a:r>
              <a:rPr lang="tr-TR" dirty="0"/>
              <a:t> yanı sıra telefonun ikonlarını (uygulama simgelerini) da değiştiren tam bir tema motoru gibi çalışıyor.</a:t>
            </a:r>
          </a:p>
          <a:p>
            <a:endParaRPr lang="tr-TR" dirty="0"/>
          </a:p>
          <a:p>
            <a:r>
              <a:rPr lang="tr-TR" dirty="0" err="1"/>
              <a:t>Widgy</a:t>
            </a:r>
            <a:r>
              <a:rPr lang="tr-TR" dirty="0"/>
              <a:t>: </a:t>
            </a:r>
            <a:r>
              <a:rPr lang="tr-TR" dirty="0" err="1"/>
              <a:t>Widget</a:t>
            </a:r>
            <a:r>
              <a:rPr lang="tr-TR" dirty="0"/>
              <a:t> tasarımını Photoshop gibi katmanlarla (</a:t>
            </a:r>
            <a:r>
              <a:rPr lang="tr-TR" dirty="0" err="1"/>
              <a:t>layer</a:t>
            </a:r>
            <a:r>
              <a:rPr lang="tr-TR" dirty="0"/>
              <a:t>) yapmanı sağlar. İşin en ilginç yanı bir </a:t>
            </a:r>
            <a:r>
              <a:rPr lang="tr-TR" b="1" dirty="0"/>
              <a:t>Marketplace (Pazaryeri)</a:t>
            </a:r>
            <a:r>
              <a:rPr lang="tr-TR" dirty="0"/>
              <a:t> olmasıdır. İnsanlar </a:t>
            </a:r>
            <a:r>
              <a:rPr lang="tr-TR" dirty="0" err="1"/>
              <a:t>Widgy'de</a:t>
            </a:r>
            <a:r>
              <a:rPr lang="tr-TR" dirty="0"/>
              <a:t> tasarladıkları </a:t>
            </a:r>
            <a:r>
              <a:rPr lang="tr-TR" dirty="0" err="1"/>
              <a:t>widget'ları</a:t>
            </a:r>
            <a:r>
              <a:rPr lang="tr-TR" dirty="0"/>
              <a:t> </a:t>
            </a:r>
            <a:r>
              <a:rPr lang="tr-TR" dirty="0" err="1"/>
              <a:t>Reddit</a:t>
            </a:r>
            <a:r>
              <a:rPr lang="tr-TR" dirty="0"/>
              <a:t> veya </a:t>
            </a:r>
            <a:r>
              <a:rPr lang="tr-TR" dirty="0" err="1"/>
              <a:t>Etsy</a:t>
            </a:r>
            <a:r>
              <a:rPr lang="tr-TR" dirty="0"/>
              <a:t> gibi platformlarda başkalarına satabiliyorlar.</a:t>
            </a:r>
          </a:p>
        </p:txBody>
      </p:sp>
    </p:spTree>
    <p:extLst>
      <p:ext uri="{BB962C8B-B14F-4D97-AF65-F5344CB8AC3E}">
        <p14:creationId xmlns:p14="http://schemas.microsoft.com/office/powerpoint/2010/main" val="2188968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4CD5362-1E49-3F9D-B95B-73CDF1F4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3E1A3EC-6A80-7664-1852-59713E5E0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b="1" dirty="0"/>
              <a:t>Pazardaki Boşluk :</a:t>
            </a:r>
            <a:r>
              <a:rPr lang="tr-TR" dirty="0"/>
              <a:t> </a:t>
            </a:r>
            <a:r>
              <a:rPr lang="tr-TR" dirty="0" err="1"/>
              <a:t>Widgetsmith</a:t>
            </a:r>
            <a:r>
              <a:rPr lang="tr-TR" dirty="0"/>
              <a:t> veya </a:t>
            </a:r>
            <a:r>
              <a:rPr lang="tr-TR" dirty="0" err="1"/>
              <a:t>Widgy</a:t>
            </a:r>
            <a:r>
              <a:rPr lang="tr-TR" dirty="0"/>
              <a:t> harika araçlar ama </a:t>
            </a:r>
            <a:r>
              <a:rPr lang="tr-TR" b="1" dirty="0"/>
              <a:t>içleri boş</a:t>
            </a:r>
            <a:r>
              <a:rPr lang="tr-TR" dirty="0"/>
              <a:t>. Yani veriyi (fotoğrafı, sözü, veriyi) kullanıcının bulup içine koyması gerekiyor. Atasözü uygulamalarının ise </a:t>
            </a:r>
            <a:r>
              <a:rPr lang="tr-TR" b="1" dirty="0"/>
              <a:t>içleri dolu ama tasarımları sade.</a:t>
            </a:r>
          </a:p>
          <a:p>
            <a:endParaRPr lang="tr-TR" b="1" dirty="0"/>
          </a:p>
          <a:p>
            <a:r>
              <a:rPr lang="tr-TR" b="1" dirty="0"/>
              <a:t>Bizim eklemeyi düşündüklerimiz:</a:t>
            </a:r>
          </a:p>
          <a:p>
            <a:r>
              <a:rPr lang="tr-TR" b="1" dirty="0" err="1"/>
              <a:t>Onboarding</a:t>
            </a:r>
            <a:r>
              <a:rPr lang="tr-TR" b="1" dirty="0"/>
              <a:t> (Kullanıcı Karşılama/Alıştırma Ekranı):</a:t>
            </a:r>
            <a:r>
              <a:rPr lang="tr-TR" dirty="0"/>
              <a:t> "Nelerle ilgileniyorsun?" (</a:t>
            </a:r>
            <a:r>
              <a:rPr lang="tr-TR" dirty="0" err="1"/>
              <a:t>Örn</a:t>
            </a:r>
            <a:r>
              <a:rPr lang="tr-TR" dirty="0"/>
              <a:t>: Liderlik, Ticaret, Sabır, Tarihi Sözler).</a:t>
            </a:r>
          </a:p>
          <a:p>
            <a:r>
              <a:rPr lang="tr-TR" b="1" dirty="0" err="1"/>
              <a:t>Widget</a:t>
            </a:r>
            <a:r>
              <a:rPr lang="tr-TR" b="1" dirty="0"/>
              <a:t> Seçimi:</a:t>
            </a:r>
            <a:r>
              <a:rPr lang="tr-TR" dirty="0"/>
              <a:t> Kullanıcı kendi estetik zevkine göre (Dark </a:t>
            </a:r>
            <a:r>
              <a:rPr lang="tr-TR" dirty="0" err="1"/>
              <a:t>mode</a:t>
            </a:r>
            <a:r>
              <a:rPr lang="tr-TR" dirty="0"/>
              <a:t>, neon, minimalist) </a:t>
            </a:r>
            <a:r>
              <a:rPr lang="tr-TR" dirty="0" err="1"/>
              <a:t>widget</a:t>
            </a:r>
            <a:r>
              <a:rPr lang="tr-TR" dirty="0"/>
              <a:t> tasarımını seçecek.</a:t>
            </a:r>
          </a:p>
          <a:p>
            <a:r>
              <a:rPr lang="tr-TR" b="1" dirty="0"/>
              <a:t>Sonuç:</a:t>
            </a:r>
            <a:r>
              <a:rPr lang="tr-TR" dirty="0"/>
              <a:t> Ekranda TDK onaylı veriler, kullanıcının seçtiği tasarımla ve ilgi alanına göre akacak.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87582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11BE45-B509-057B-D887-141B2531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8A06E59-CEF3-3CB6-95EE-C6FE289E9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b="1" dirty="0" err="1"/>
              <a:t>Widgetsmith</a:t>
            </a:r>
            <a:r>
              <a:rPr lang="tr-TR" b="1" dirty="0"/>
              <a:t> (iOS):</a:t>
            </a:r>
            <a:r>
              <a:rPr lang="tr-TR" dirty="0"/>
              <a:t> Bu işin öncüsü. Sadece saat, fotoğraf ve metin </a:t>
            </a:r>
            <a:r>
              <a:rPr lang="tr-TR" dirty="0" err="1"/>
              <a:t>widget'ları</a:t>
            </a:r>
            <a:r>
              <a:rPr lang="tr-TR" dirty="0"/>
              <a:t> sunuyor ama kullanıcıya </a:t>
            </a:r>
            <a:r>
              <a:rPr lang="tr-TR" i="1" dirty="0"/>
              <a:t>sınırsız renk/font</a:t>
            </a:r>
            <a:r>
              <a:rPr lang="tr-TR" dirty="0"/>
              <a:t> özelleştirmesi veriyor. (Gelir modeli: Premium abonelik).</a:t>
            </a:r>
          </a:p>
          <a:p>
            <a:r>
              <a:rPr lang="tr-TR" b="1" dirty="0" err="1"/>
              <a:t>Color</a:t>
            </a:r>
            <a:r>
              <a:rPr lang="tr-TR" b="1" dirty="0"/>
              <a:t> </a:t>
            </a:r>
            <a:r>
              <a:rPr lang="tr-TR" b="1" dirty="0" err="1"/>
              <a:t>Widgets</a:t>
            </a:r>
            <a:r>
              <a:rPr lang="tr-TR" b="1" dirty="0"/>
              <a:t> &amp; </a:t>
            </a:r>
            <a:r>
              <a:rPr lang="tr-TR" b="1" dirty="0" err="1"/>
              <a:t>ScreenZen</a:t>
            </a:r>
            <a:r>
              <a:rPr lang="tr-TR" b="1" dirty="0"/>
              <a:t> (iOS/Android):</a:t>
            </a:r>
            <a:r>
              <a:rPr lang="tr-TR" dirty="0"/>
              <a:t> Kullanıcıların ilgi alanlarına (çiftler, astroloji, motivasyon, adım sayar) göre hazır, estetik </a:t>
            </a:r>
            <a:r>
              <a:rPr lang="tr-TR" dirty="0" err="1"/>
              <a:t>widget</a:t>
            </a:r>
            <a:r>
              <a:rPr lang="tr-TR" dirty="0"/>
              <a:t> paketleri satıyorlar.</a:t>
            </a:r>
          </a:p>
          <a:p>
            <a:r>
              <a:rPr lang="tr-TR" b="1" dirty="0" err="1"/>
              <a:t>Chwidget</a:t>
            </a:r>
            <a:r>
              <a:rPr lang="tr-TR" b="1" dirty="0"/>
              <a:t> / </a:t>
            </a:r>
            <a:r>
              <a:rPr lang="tr-TR" b="1" dirty="0" err="1"/>
              <a:t>XWidgets</a:t>
            </a:r>
            <a:r>
              <a:rPr lang="tr-TR" b="1" dirty="0"/>
              <a:t>:</a:t>
            </a:r>
            <a:r>
              <a:rPr lang="tr-TR" dirty="0"/>
              <a:t> Daha çok araç ve bilgi odaklı (hava durumu, kripto, RSS) </a:t>
            </a:r>
            <a:r>
              <a:rPr lang="tr-TR" dirty="0" err="1"/>
              <a:t>widget'lar</a:t>
            </a:r>
            <a:r>
              <a:rPr lang="tr-TR" dirty="0"/>
              <a:t> üretiyor.</a:t>
            </a:r>
          </a:p>
          <a:p>
            <a:r>
              <a:rPr lang="tr-TR" dirty="0"/>
              <a:t>Mevcut </a:t>
            </a:r>
            <a:r>
              <a:rPr lang="tr-TR" dirty="0" err="1"/>
              <a:t>widget</a:t>
            </a:r>
            <a:r>
              <a:rPr lang="tr-TR" dirty="0"/>
              <a:t> mağazaları </a:t>
            </a:r>
            <a:r>
              <a:rPr lang="tr-TR" b="1" dirty="0"/>
              <a:t>çok genel</a:t>
            </a:r>
            <a:r>
              <a:rPr lang="tr-TR" dirty="0"/>
              <a:t>. "Motivasyon" kategorisine girdiğinde karşına binlerce rastgele İngilizce söz çıkıyor. </a:t>
            </a:r>
            <a:r>
              <a:rPr lang="tr-TR" b="1" dirty="0"/>
              <a:t>Türk kültürüne, atasözlerine, yerel mizaha veya spesifik Türkçe ilgi alanlarına (</a:t>
            </a:r>
            <a:r>
              <a:rPr lang="tr-TR" b="1" dirty="0" err="1"/>
              <a:t>örn</a:t>
            </a:r>
            <a:r>
              <a:rPr lang="tr-TR" b="1" dirty="0"/>
              <a:t>: İMKB borsa </a:t>
            </a:r>
            <a:r>
              <a:rPr lang="tr-TR" b="1" dirty="0" err="1"/>
              <a:t>widget'ı</a:t>
            </a:r>
            <a:r>
              <a:rPr lang="tr-TR" b="1" dirty="0"/>
              <a:t>, yerli dizi replikleri </a:t>
            </a:r>
            <a:r>
              <a:rPr lang="tr-TR" b="1" dirty="0" err="1"/>
              <a:t>widget'ı</a:t>
            </a:r>
            <a:r>
              <a:rPr lang="tr-TR" b="1" dirty="0"/>
              <a:t>) odaklanmış, estetik ve niş bir </a:t>
            </a:r>
            <a:r>
              <a:rPr lang="tr-TR" b="1" dirty="0" err="1"/>
              <a:t>widget</a:t>
            </a:r>
            <a:r>
              <a:rPr lang="tr-TR" b="1" dirty="0"/>
              <a:t> ekosistemi yok.</a:t>
            </a:r>
          </a:p>
          <a:p>
            <a:r>
              <a:rPr lang="tr-TR" b="1" dirty="0"/>
              <a:t>Mevcut Durum:</a:t>
            </a:r>
            <a:r>
              <a:rPr lang="tr-TR" dirty="0"/>
              <a:t> TDK'nin resmi uygulaması veya </a:t>
            </a:r>
            <a:r>
              <a:rPr lang="tr-TR" dirty="0" err="1"/>
              <a:t>indie</a:t>
            </a:r>
            <a:r>
              <a:rPr lang="tr-TR" dirty="0"/>
              <a:t> (bağımsız) geliştiricilerin yaptığı "Atasözleri" uygulamaları maalesef </a:t>
            </a:r>
            <a:r>
              <a:rPr lang="tr-TR" b="1" dirty="0"/>
              <a:t>çok eski, sıkıcı ve sadece metin odaklı</a:t>
            </a:r>
            <a:r>
              <a:rPr lang="tr-TR" dirty="0"/>
              <a:t>.</a:t>
            </a:r>
          </a:p>
          <a:p>
            <a:r>
              <a:rPr lang="tr-TR" b="1" dirty="0"/>
              <a:t>Kullanıcı Deneyimi (UX):</a:t>
            </a:r>
            <a:r>
              <a:rPr lang="tr-TR" dirty="0"/>
              <a:t> Genelde arama çubuğu olan, 90'ların web sitesi gibi duran, siyah-beyaz listeler.</a:t>
            </a:r>
          </a:p>
          <a:p>
            <a:r>
              <a:rPr lang="tr-TR" b="1" dirty="0"/>
              <a:t>Fırsat:</a:t>
            </a:r>
            <a:r>
              <a:rPr lang="tr-TR" dirty="0"/>
              <a:t> Hiçbir atasözü uygulaması "Gen Z" veya "</a:t>
            </a:r>
            <a:r>
              <a:rPr lang="tr-TR" dirty="0" err="1"/>
              <a:t>Millennials"ın</a:t>
            </a:r>
            <a:r>
              <a:rPr lang="tr-TR" dirty="0"/>
              <a:t> telefon ana ekranına koymak isteyeceği </a:t>
            </a:r>
            <a:r>
              <a:rPr lang="tr-TR" b="1" dirty="0" err="1"/>
              <a:t>aesthetically</a:t>
            </a:r>
            <a:r>
              <a:rPr lang="tr-TR" b="1" dirty="0"/>
              <a:t> </a:t>
            </a:r>
            <a:r>
              <a:rPr lang="tr-TR" b="1" dirty="0" err="1"/>
              <a:t>pleasing</a:t>
            </a:r>
            <a:r>
              <a:rPr lang="tr-TR" b="1" dirty="0"/>
              <a:t> (göze hoş gelen)</a:t>
            </a:r>
            <a:r>
              <a:rPr lang="tr-TR" dirty="0"/>
              <a:t> bir tasarıma sahip değil.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54988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DC5E88-7DA9-5371-CE21-6175D81C7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27D2419-DD82-48FB-95DF-CBDFA2086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/>
              <a:t>Bu, yazılım mühendisliğinde </a:t>
            </a:r>
            <a:r>
              <a:rPr lang="tr-TR" b="1" dirty="0"/>
              <a:t>"</a:t>
            </a:r>
            <a:r>
              <a:rPr lang="tr-TR" b="1" dirty="0" err="1"/>
              <a:t>Scope</a:t>
            </a:r>
            <a:r>
              <a:rPr lang="tr-TR" b="1" dirty="0"/>
              <a:t> </a:t>
            </a:r>
            <a:r>
              <a:rPr lang="tr-TR" b="1" dirty="0" err="1"/>
              <a:t>Creep</a:t>
            </a:r>
            <a:r>
              <a:rPr lang="tr-TR" b="1" dirty="0"/>
              <a:t>"</a:t>
            </a:r>
            <a:r>
              <a:rPr lang="tr-TR" dirty="0"/>
              <a:t> (Kapsamın kontrolsüzce büyümesi) olarak adlandırılır. Bir </a:t>
            </a:r>
            <a:r>
              <a:rPr lang="tr-TR" dirty="0" err="1"/>
              <a:t>widget</a:t>
            </a:r>
            <a:r>
              <a:rPr lang="tr-TR" dirty="0"/>
              <a:t> mağazası yapmak, tek bir </a:t>
            </a:r>
            <a:r>
              <a:rPr lang="tr-TR" dirty="0" err="1"/>
              <a:t>widget</a:t>
            </a:r>
            <a:r>
              <a:rPr lang="tr-TR" dirty="0"/>
              <a:t> yapmaktan </a:t>
            </a:r>
            <a:r>
              <a:rPr lang="tr-TR" b="1" dirty="0"/>
              <a:t>10 kat daha zordur.</a:t>
            </a:r>
            <a:r>
              <a:rPr lang="tr-TR" dirty="0"/>
              <a:t> Çünkü iOS'ta </a:t>
            </a:r>
            <a:r>
              <a:rPr lang="tr-TR" dirty="0" err="1"/>
              <a:t>widget'ların</a:t>
            </a:r>
            <a:r>
              <a:rPr lang="tr-TR" dirty="0"/>
              <a:t> hafıza limitleri çok düşüktür (Memory Limit), arka planda sürekli veri çekemezler, çok iyi bir "</a:t>
            </a:r>
            <a:r>
              <a:rPr lang="tr-TR" dirty="0" err="1"/>
              <a:t>Cache</a:t>
            </a:r>
            <a:r>
              <a:rPr lang="tr-TR" dirty="0"/>
              <a:t>" (Önbellek) mimarisi gerekir.</a:t>
            </a:r>
          </a:p>
          <a:p>
            <a:r>
              <a:rPr lang="tr-TR" i="1" dirty="0"/>
              <a:t>Kullanıcı ilgi alanlarını seçecek:</a:t>
            </a:r>
            <a:r>
              <a:rPr lang="tr-TR" dirty="0"/>
              <a:t> [📚 Edebiyat] [📈 Borsa] [💪 Motivasyon] [🎬 Sinema Replikleri]: günlük mesaj belki ?</a:t>
            </a:r>
          </a:p>
          <a:p>
            <a:endParaRPr lang="tr-TR" dirty="0"/>
          </a:p>
          <a:p>
            <a:br>
              <a:rPr lang="tr-TR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87428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C91373E-BECB-2121-D6B7-EAF1F6B0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74B8DD2-B409-DB45-FC2A-9AD5D949C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"Biz sadece bir atasözü uygulaması yapmıyoruz. Biz, Türk kültürünü ve yerel değerleri, Gen Z'nin ve Y kuşağının dijital kimliği olan 'Telefon Ana Ekranı' estetiğiyle buluşturan bir Kişiselleştirme Ekosistemi (</a:t>
            </a:r>
            <a:r>
              <a:rPr lang="tr-TR" dirty="0" err="1"/>
              <a:t>Widget</a:t>
            </a:r>
            <a:r>
              <a:rPr lang="tr-TR" dirty="0"/>
              <a:t> </a:t>
            </a:r>
            <a:r>
              <a:rPr lang="tr-TR" dirty="0" err="1"/>
              <a:t>Store</a:t>
            </a:r>
            <a:r>
              <a:rPr lang="tr-TR" dirty="0"/>
              <a:t>) inşa ediyoruz. İlk modülümüz olan 'Ataların Sözü' ile niş bir kitleyi yakalayıp, ardından kullanıcıların ilgi alanlarına göre genişleyen bir stratejiyle pazar payı alacağız."</a:t>
            </a:r>
          </a:p>
        </p:txBody>
      </p:sp>
    </p:spTree>
    <p:extLst>
      <p:ext uri="{BB962C8B-B14F-4D97-AF65-F5344CB8AC3E}">
        <p14:creationId xmlns:p14="http://schemas.microsoft.com/office/powerpoint/2010/main" val="905913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05C0E7D-2C88-5C0C-4B50-39C2F12F5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676769AF-F4E6-64D8-21FE-9DFD5A3B4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199" y="0"/>
            <a:ext cx="3164458" cy="6858000"/>
          </a:xfrm>
          <a:prstGeom prst="rect">
            <a:avLst/>
          </a:prstGeom>
        </p:spPr>
      </p:pic>
      <p:sp>
        <p:nvSpPr>
          <p:cNvPr id="9" name="İçerik Yer Tutucusu 8">
            <a:extLst>
              <a:ext uri="{FF2B5EF4-FFF2-40B4-BE49-F238E27FC236}">
                <a16:creationId xmlns:a16="http://schemas.microsoft.com/office/drawing/2014/main" id="{C435C9A5-7C45-14EC-7F68-E58F73A61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28598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687</Words>
  <Application>Microsoft Office PowerPoint</Application>
  <PresentationFormat>Geniş ekran</PresentationFormat>
  <Paragraphs>31</Paragraphs>
  <Slides>19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Teması</vt:lpstr>
      <vt:lpstr>Selam gencolarr burda benzer uygulamalar var  (linkler ve ssler) </vt:lpstr>
      <vt:lpstr>https://play.google.com/store/apps/details?id=com.dorular.atasozlerisozlugu</vt:lpstr>
      <vt:lpstr>https://play.google.com/store/apps/details?id=com.dorular.deyimlersozlugu</vt:lpstr>
      <vt:lpstr>https://play.google.com/store/apps/details?id=com.t.proverbsgame</vt:lpstr>
      <vt:lpstr>https://play.google.com/store/apps/details?id=com.motivexintelligence.mobile.dictionary.deyimler_sozlugu</vt:lpstr>
      <vt:lpstr>PowerPoint Sunusu</vt:lpstr>
      <vt:lpstr>PowerPoint Sunusu</vt:lpstr>
      <vt:lpstr>PowerPoint Sunusu</vt:lpstr>
      <vt:lpstr>PowerPoint Sunusu</vt:lpstr>
      <vt:lpstr>PowerPoint Sunusu</vt:lpstr>
      <vt:lpstr>https://play.google.com/store/apps/details?id=com.kabu.deyimler_sozlugu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AYSE SEMRA YASLAN</dc:creator>
  <cp:lastModifiedBy>AYSE SEMRA YASLAN</cp:lastModifiedBy>
  <cp:revision>4</cp:revision>
  <dcterms:created xsi:type="dcterms:W3CDTF">2026-07-23T22:13:00Z</dcterms:created>
  <dcterms:modified xsi:type="dcterms:W3CDTF">2026-07-23T23:22:50Z</dcterms:modified>
</cp:coreProperties>
</file>